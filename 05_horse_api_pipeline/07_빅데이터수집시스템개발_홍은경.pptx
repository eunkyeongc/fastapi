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5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2026. 07. 03.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Hong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EunKyeong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빅데이터수집시스템개발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collector.py, transformer.py, validator.py, output/collected_data.csv, README.md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수집시스템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 수집시스템 개발  (2001020903_24v3)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AA64F4-D727-495D-9E4E-30EFE0901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4349"/>
            <a:ext cx="12192000" cy="510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E27D51-948B-4787-AD40-3134D845C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6198"/>
            <a:ext cx="12192000" cy="558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16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4AFC5D4-EEA7-48AC-BDA6-78F8B0146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4697"/>
            <a:ext cx="12192000" cy="550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65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6CC4C1E-BB26-41DB-8CC8-3FD82D118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9392"/>
            <a:ext cx="12192000" cy="257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4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97266A-3948-47F8-A8D1-8915738B1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0915"/>
            <a:ext cx="12192000" cy="465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287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C0546D-2ABF-4890-AE44-A8F309090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3961"/>
            <a:ext cx="12192000" cy="331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092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C17D6C8-062D-4FAC-AB51-8A5177160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4181"/>
            <a:ext cx="12192000" cy="520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47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45A7C23-2259-4936-9964-5337B01C4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6090"/>
            <a:ext cx="12192000" cy="362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551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F7C0458-AA81-4C59-BB62-E3E1B01C5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588"/>
            <a:ext cx="12192000" cy="537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19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B59570-8526-4AD5-9355-E3BD77FB4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0039"/>
            <a:ext cx="12192000" cy="545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536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20762B-46C1-4F5F-B3DD-B0EA2DE9E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7" y="2371725"/>
            <a:ext cx="1056322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915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825CBC-4AA6-4D60-83EA-F2AD35D85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99</Words>
  <Application>Microsoft Office PowerPoint</Application>
  <PresentationFormat>와이드스크린</PresentationFormat>
  <Paragraphs>10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16</cp:revision>
  <dcterms:created xsi:type="dcterms:W3CDTF">2026-03-10T17:23:29Z</dcterms:created>
  <dcterms:modified xsi:type="dcterms:W3CDTF">2026-07-03T01:54:01Z</dcterms:modified>
</cp:coreProperties>
</file>