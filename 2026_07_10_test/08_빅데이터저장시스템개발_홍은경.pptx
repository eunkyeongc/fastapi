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저장시스템 개발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홍은경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2026. 07. 10.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Hong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EunKyeong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887975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빅데이터저장시스템개발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</a:t>
            </a:r>
            <a:r>
              <a:rPr lang="en-US" sz="10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altLang="ko-KR" sz="1000" dirty="0" err="1">
                <a:solidFill>
                  <a:srgbClr val="1F3864"/>
                </a:solidFill>
                <a:latin typeface="Consolas" pitchFamily="34" charset="0"/>
              </a:rPr>
              <a:t>postgreSQL</a:t>
            </a:r>
            <a:r>
              <a:rPr lang="ko-KR" altLang="en-US" sz="1000" dirty="0">
                <a:solidFill>
                  <a:srgbClr val="1F3864"/>
                </a:solidFill>
                <a:latin typeface="Consolas" pitchFamily="34" charset="0"/>
              </a:rPr>
              <a:t>에서 결과로 나온 테이블 </a:t>
            </a:r>
            <a:r>
              <a:rPr lang="ko-KR" altLang="en-US" sz="1000" dirty="0" err="1">
                <a:solidFill>
                  <a:srgbClr val="1F3864"/>
                </a:solidFill>
                <a:latin typeface="Consolas" pitchFamily="34" charset="0"/>
              </a:rPr>
              <a:t>캡쳐본</a:t>
            </a:r>
            <a:r>
              <a:rPr lang="ko-KR" altLang="en-US" sz="1000" dirty="0">
                <a:solidFill>
                  <a:srgbClr val="1F3864"/>
                </a:solidFill>
                <a:latin typeface="Consolas" pitchFamily="34" charset="0"/>
              </a:rPr>
              <a:t> </a:t>
            </a:r>
            <a:r>
              <a:rPr lang="ko-KR" altLang="en-US" sz="10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포함</a:t>
            </a:r>
            <a:r>
              <a:rPr lang="en-US" altLang="ko-KR" sz="10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models.py, database.py, loader.py, verify.py, pipeline.py, README.md(ERD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포함하면 추가 점수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) 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38137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저장</a:t>
              </a: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시스템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개발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저장</a:t>
              </a: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시스템</a:t>
              </a: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개발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F232F20-4C03-4752-8AC0-B02501B54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25" y="123213"/>
            <a:ext cx="11316749" cy="63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A90B1AD-A007-4551-9F91-EDBD916AD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472" y="713945"/>
            <a:ext cx="7607547" cy="515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115</Words>
  <Application>Microsoft Office PowerPoint</Application>
  <PresentationFormat>와이드스크린</PresentationFormat>
  <Paragraphs>11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19</cp:revision>
  <dcterms:created xsi:type="dcterms:W3CDTF">2026-03-10T17:23:29Z</dcterms:created>
  <dcterms:modified xsi:type="dcterms:W3CDTF">2026-07-10T02:58:05Z</dcterms:modified>
</cp:coreProperties>
</file>