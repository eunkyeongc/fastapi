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구현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김시현</a:t>
            </a:r>
            <a:r>
              <a:rPr lang="en-US" altLang="ko-KR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노가희</a:t>
            </a:r>
            <a:r>
              <a:rPr lang="en-US" altLang="ko-KR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홍은경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2026. 9. 7.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>
              <a:lnSpc>
                <a:spcPct val="140000"/>
              </a:lnSpc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16_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통합구현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팀명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zip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통합구현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dirty="0"/>
                <a:t>2001020206_23v6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01B9116-268D-4A1E-8E00-1397682D0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25" y="58724"/>
            <a:ext cx="9967550" cy="642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31ED1EA-6221-407D-AFE3-4C028F7BF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08" y="109057"/>
            <a:ext cx="11644645" cy="608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483BB19-15D7-4D2B-A297-D77CCA36B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66" y="0"/>
            <a:ext cx="10481997" cy="6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733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130B37B-AB7D-4998-B659-4E4AF573B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25" y="2209800"/>
            <a:ext cx="813435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578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72</Words>
  <Application>Microsoft Office PowerPoint</Application>
  <PresentationFormat>와이드스크린</PresentationFormat>
  <Paragraphs>10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30</cp:revision>
  <dcterms:created xsi:type="dcterms:W3CDTF">2026-03-10T17:23:29Z</dcterms:created>
  <dcterms:modified xsi:type="dcterms:W3CDTF">2026-09-07T01:54:47Z</dcterms:modified>
</cp:coreProperties>
</file>